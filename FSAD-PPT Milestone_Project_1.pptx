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Cambria" panose="02040503050406030204" pitchFamily="18" charset="0"/>
      <p:regular r:id="rId17"/>
      <p:bold r:id="rId18"/>
      <p:italic r:id="rId19"/>
      <p:boldItalic r:id="rId20"/>
    </p:embeddedFont>
    <p:embeddedFont>
      <p:font typeface="Gotham" panose="020B0604020202020204" charset="0"/>
      <p:regular r:id="rId21"/>
    </p:embeddedFont>
    <p:embeddedFont>
      <p:font typeface="Gotham Bold Italics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4" d="100"/>
          <a:sy n="54" d="100"/>
        </p:scale>
        <p:origin x="498" y="18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IN" sz="32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25-03-2026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 Wise: Relational Expense Analytics Platform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Presented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Lohith Venkata Sai Reddy – VTU26667 – 23UECS0303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S. Hemamalini, M.E, Ph.D.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SDG: 8 – Decent Work and Economic Growth</a:t>
            </a:r>
            <a:endParaRPr lang="en-IN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2448434"/>
            <a:ext cx="15082325" cy="95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fast-paced world, managing personal and organizational expenses efficiently is a major challenge.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Unorganized spending and lack of insights often lead to financial mismanagement and missed opportunities.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important as it provides a structured way to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track, categorize, and analyze expenses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users understand spending patterns and make informed financial decisions.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has real-world relevance in both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finance management and small business budgeting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leverages relational analytics to connect transactions across categories, time periods, and sources.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visualize data through charts and reports, gaining actionable insights.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aims to improve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literacy, planning, and economic efficiency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54166" y="2738177"/>
            <a:ext cx="15082325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both personal and organizational contexts, managing expenses is often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and error-prone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poor financial decisions. Traditional methods like manual tracking or scattered spreadsheets make it difficult to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spending patterns, identify unnecessary expenses, and plan budgets effectively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There is a need for a system that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relates expenses across categories, timelines, and sources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providing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insights and visual analytics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help users make informed financial decisions and improve overall economic efficiency.</a:t>
            </a: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019561" y="2342674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relational expense analytics platform for tracking and categorizing transactions.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Providing users with intuitive dashboards to easily interpret spending patterns and trends.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automated expense tracking across multiple categories and time periods.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that users receive real-time reports and insights for informed financial decisions.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financial decision-making through clear visualization of income and expenses.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unnecessary expenditures and enhancing budget efficiency.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performance of the platform in accurately categorizing and analyzing expenses.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Measuring how effectively dashboards deliver actionable insights to end users.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F666A2-BCA9-BDB1-ADC2-F70931AF0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496562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176975" y="2475171"/>
            <a:ext cx="15082325" cy="108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expense analytics platform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tracks, categorizes, and stores financial transactions.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 and visual reports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easy interpretation of spending patterns.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tracking reduces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effort and errors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associated with traditional expense recording.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analytics help users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unnecessary expenses and optimize budgets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connects related transactions across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categories, time periods, and sources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giving deeper insights.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and recommendations support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financial decision-making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traditional spreadsheets, the system offers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accuracy, speed, and visualization capabilities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enhances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literacy and planning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giving users actionable insights and trends.</a:t>
            </a: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819400" y="7632258"/>
            <a:ext cx="150823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User enters expense details and budget information through the dashboard.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Processing: The system validates data and applies business rules and calculations.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Database: All data is stored and managed in a relational database.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Output: The system generates the total expense by calculating all the given amount 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5A087B-A548-14B7-B84D-38E30E8286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090" y="1353187"/>
            <a:ext cx="9093876" cy="60602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3C8CB3-EC20-602C-E159-69FAEF824E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632459"/>
            <a:ext cx="12192000" cy="73723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1431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and JavaScript for building web dashboards and interactive pages.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for inputting transactions and visualizing analytics.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programming language using Maven project structure.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business logic, transaction processing, and analytics computations.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 (MySQL) to store transactions, categories, users, and reports.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querying, relational mapping, and report generation.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development and project management.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dependency management and build automation.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for testing and running HTML pages.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JDK 11 or above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with Maven support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 (Chrome/Firefox)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 Database or MySQL (optional for persistent storage)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37766" y="1664341"/>
            <a:ext cx="15082325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login with secure authentication and role-based access.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Expense Tracking &amp; Core Processing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the main business logic for categorizing, processing, and storing user transactions efficiently.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Database Management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relational storage of transactions, categories, and user data, ensuring integrity and fast retrieval.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Analytics &amp; Reporting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visual reports, charts, and insights to help users analyze spending patterns and make informed financial decisions.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FA4DB6-A457-2584-565A-CC6177C42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3105" y="2048696"/>
            <a:ext cx="11150465" cy="574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4FDBAC-11E9-F0D4-69D7-023BAB2E1F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491854"/>
            <a:ext cx="8305800" cy="412319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77AFB89-28A5-D483-C7D3-DC1771CC63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962" y="5862439"/>
            <a:ext cx="8305799" cy="4123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20CEE0-B8F6-13ED-DDE3-5F235F5D53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222" y="1636242"/>
            <a:ext cx="8416409" cy="42132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8E63DC-0679-1CA0-1199-3C9999E5FD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5994" y="6117850"/>
            <a:ext cx="9280039" cy="405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5760BD-880A-4EAD-F463-4977048B2C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964073"/>
            <a:ext cx="11963400" cy="630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FA405478-0BA8-4A85-A81A-B9346174FE61}"/>
              </a:ext>
            </a:extLst>
          </p:cNvPr>
          <p:cNvSpPr txBox="1"/>
          <p:nvPr/>
        </p:nvSpPr>
        <p:spPr>
          <a:xfrm>
            <a:off x="17817087" y="290493"/>
            <a:ext cx="8932970" cy="931949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5DA98C-EF64-4FC9-6D49-B83F896B1B65}"/>
              </a:ext>
            </a:extLst>
          </p:cNvPr>
          <p:cNvSpPr txBox="1"/>
          <p:nvPr/>
        </p:nvSpPr>
        <p:spPr>
          <a:xfrm>
            <a:off x="2531866" y="2138675"/>
            <a:ext cx="1405128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Expense Management: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Automates tracking and categorization of transactions, reducing manual effort.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Insights: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visual dashboards and reports to help users make informed financial decisions.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Optimization: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Alerts and recommendations help minimize unnecessary expenses and improve budgeting.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Accuracy: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errors compared to traditional spreadsheet-based tracking.</a:t>
            </a:r>
          </a:p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on Accurate Input: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Analytics are only as good as the data entered by users.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Scalability: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mainly for personal or small business use; may require upgrades for large enterprises.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Setup: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dashboards need proper environment and browser access to function.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Predictive Features: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Advanced forecasting or AI recommendations are not included by default.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1079</Words>
  <Application>Microsoft Office PowerPoint</Application>
  <PresentationFormat>Custom</PresentationFormat>
  <Paragraphs>299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Gotham</vt:lpstr>
      <vt:lpstr>Cambria</vt:lpstr>
      <vt:lpstr>Gotham Bold Italics</vt:lpstr>
      <vt:lpstr>Arial</vt:lpstr>
      <vt:lpstr>Times New Roman</vt:lpstr>
      <vt:lpstr>Wingdings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H P</dc:creator>
  <cp:lastModifiedBy>kurralohithvenkatasaireddy@outlook.com</cp:lastModifiedBy>
  <cp:revision>16</cp:revision>
  <dcterms:created xsi:type="dcterms:W3CDTF">2006-08-16T00:00:00Z</dcterms:created>
  <dcterms:modified xsi:type="dcterms:W3CDTF">2026-05-06T08:10:01Z</dcterms:modified>
  <dc:identifier>DAHCaYqJ9OU</dc:identifier>
</cp:coreProperties>
</file>